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63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6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8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6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1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6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3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99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0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1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3134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34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1649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73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3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60A96-91A1-4902-A6E8-519ED4087AC9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C577516-4A59-431D-912A-16E0AEEB9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2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47624-B1FA-B3B4-3D94-480E898E2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" y="254001"/>
            <a:ext cx="8615680" cy="152400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GOVERNMENT</a:t>
            </a:r>
            <a:r>
              <a:rPr lang="en-US" b="1" dirty="0">
                <a:latin typeface="Algerian" panose="04020705040A02060702" pitchFamily="82" charset="0"/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POLYTECHNIC</a:t>
            </a:r>
            <a:r>
              <a:rPr lang="en-US" b="1" dirty="0">
                <a:latin typeface="Algerian" panose="04020705040A02060702" pitchFamily="82" charset="0"/>
              </a:rPr>
              <a:t> </a:t>
            </a:r>
            <a:br>
              <a:rPr lang="en-US" b="1" dirty="0">
                <a:latin typeface="Algerian" panose="04020705040A02060702" pitchFamily="82" charset="0"/>
              </a:rPr>
            </a:br>
            <a:r>
              <a:rPr lang="en-US" b="1" dirty="0">
                <a:latin typeface="Algerian" panose="04020705040A02060702" pitchFamily="82" charset="0"/>
              </a:rPr>
              <a:t>            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SHORAPUR      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Arial Rounded MT Bold" panose="020F0704030504030204" pitchFamily="34" charset="0"/>
              </a:rPr>
              <a:t>College Code:-180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BBD1A-EDDB-3D43-A378-5903163F1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164079"/>
            <a:ext cx="9966960" cy="373888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Presentation About:-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Enterprise Steps 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Name:-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Amateppa P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Reg No:- </a:t>
            </a:r>
            <a:r>
              <a:rPr lang="en-US" dirty="0"/>
              <a:t>180CS24005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Semester:- </a:t>
            </a:r>
            <a:r>
              <a:rPr lang="en-US" dirty="0"/>
              <a:t>5</a:t>
            </a:r>
            <a:r>
              <a:rPr lang="en-US" baseline="30000" dirty="0"/>
              <a:t>th </a:t>
            </a:r>
            <a:r>
              <a:rPr lang="en-US" dirty="0"/>
              <a:t>Sem</a:t>
            </a:r>
            <a:endParaRPr lang="en-IN" baseline="30000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Course:- </a:t>
            </a:r>
            <a:r>
              <a:rPr lang="en-US" dirty="0"/>
              <a:t>Computer Science &amp; Engineering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Content:-</a:t>
            </a:r>
            <a:r>
              <a:rPr lang="en-US" dirty="0"/>
              <a:t>8792056144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E-Mail:-</a:t>
            </a:r>
            <a:r>
              <a:rPr lang="en-US" dirty="0"/>
              <a:t>amateppabailapura@gmail.com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31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A551-03D7-FB21-B4E2-B1A701AEF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237744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Enterprise Definition:-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             </a:t>
            </a:r>
            <a:r>
              <a:rPr lang="en-US" sz="2900" dirty="0">
                <a:solidFill>
                  <a:schemeClr val="tx1"/>
                </a:solidFill>
              </a:rPr>
              <a:t>An Enterprise is a organization or business that produce goods and provides services to Customers with the aim of earing profits &amp; achieving it’s Goal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287F2-4E33-58D9-03DF-EC2F63D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190240"/>
            <a:ext cx="8596668" cy="30581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Five Main Enterprise Steps:-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/>
              <a:t>Determining Activities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/>
              <a:t>Grouping of Activities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/>
              <a:t>Assigning Duties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/>
              <a:t>Delegating Authority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/>
              <a:t>Co-ordinating Activities</a:t>
            </a:r>
          </a:p>
        </p:txBody>
      </p:sp>
    </p:spTree>
    <p:extLst>
      <p:ext uri="{BB962C8B-B14F-4D97-AF65-F5344CB8AC3E}">
        <p14:creationId xmlns:p14="http://schemas.microsoft.com/office/powerpoint/2010/main" val="2540047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34917-383D-7ED6-BF6D-56BCA0D6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09600"/>
            <a:ext cx="8715202" cy="80264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01) Determining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Activities</a:t>
            </a:r>
            <a:r>
              <a:rPr lang="en-US" b="1" dirty="0">
                <a:solidFill>
                  <a:schemeClr val="tx1"/>
                </a:solidFill>
              </a:rPr>
              <a:t>:-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328A6-18CA-1493-036D-FC50B2BD2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412240"/>
            <a:ext cx="8981440" cy="5039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Decides the activities needed to achieve business goals.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First step to organizing the enterprise is used to identity and the all work to be done.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  <a:p>
            <a:pPr marL="0" indent="0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02) Grouping of Activities:-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The Process of classifiying and combining items that share the same nature or purpose is called grouping.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Grouping similar tasks together for the same team.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1792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B59A-B729-D954-BE71-6CF66F092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23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03) Assigning Duties:-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EA06C-584A-62BF-3A21-A24E4B9D7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1920"/>
            <a:ext cx="8596668" cy="464944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04) Delegating Authority:-</a:t>
            </a:r>
          </a:p>
        </p:txBody>
      </p:sp>
    </p:spTree>
    <p:extLst>
      <p:ext uri="{BB962C8B-B14F-4D97-AF65-F5344CB8AC3E}">
        <p14:creationId xmlns:p14="http://schemas.microsoft.com/office/powerpoint/2010/main" val="1619977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A9E5-51AB-3162-EB02-E6D54DC50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04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Co-Ordinating Activities:-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BEBD8-3DCE-040B-476C-D845146C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000"/>
            <a:ext cx="8596668" cy="24282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79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FB757-B950-65B8-45C8-4F59FAF03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84400"/>
            <a:ext cx="11013440" cy="3525520"/>
          </a:xfrm>
          <a:scene3d>
            <a:camera prst="orthographicFront"/>
            <a:lightRig rig="sunset" dir="t"/>
          </a:scene3d>
        </p:spPr>
        <p:txBody>
          <a:bodyPr>
            <a:noAutofit/>
            <a:scene3d>
              <a:camera prst="obliqueBottomLeft"/>
              <a:lightRig rig="threePt" dir="t"/>
            </a:scene3d>
          </a:bodyPr>
          <a:lstStyle/>
          <a:p>
            <a:pPr algn="ctr"/>
            <a:r>
              <a:rPr lang="en-US" sz="13000" dirty="0">
                <a:ln w="0"/>
                <a:solidFill>
                  <a:schemeClr val="bg2">
                    <a:lumMod val="2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Matura MT Script Capitals" panose="03020802060602070202" pitchFamily="66" charset="0"/>
              </a:rPr>
              <a:t>Thank</a:t>
            </a:r>
            <a:r>
              <a:rPr lang="en-US" sz="12000" dirty="0">
                <a:ln w="0"/>
                <a:solidFill>
                  <a:schemeClr val="bg2">
                    <a:lumMod val="2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Matura MT Script Capitals" panose="03020802060602070202" pitchFamily="66" charset="0"/>
              </a:rPr>
              <a:t>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804B5-70CA-DDA9-1D88-EAEC1A0F0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815840"/>
            <a:ext cx="8596668" cy="174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00697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222</TotalTime>
  <Words>170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Algerian</vt:lpstr>
      <vt:lpstr>Arial</vt:lpstr>
      <vt:lpstr>Arial Rounded MT Bold</vt:lpstr>
      <vt:lpstr>Matura MT Script Capitals</vt:lpstr>
      <vt:lpstr>Trebuchet MS</vt:lpstr>
      <vt:lpstr>Wingdings</vt:lpstr>
      <vt:lpstr>Wingdings 3</vt:lpstr>
      <vt:lpstr>Facet</vt:lpstr>
      <vt:lpstr>GOVERNMENT POLYTECHNIC               SHORAPUR       College Code:-180</vt:lpstr>
      <vt:lpstr>Enterprise Definition:-              An Enterprise is a organization or business that produce goods and provides services to Customers with the aim of earing profits &amp; achieving it’s Goal </vt:lpstr>
      <vt:lpstr>01) Determining Activities:-</vt:lpstr>
      <vt:lpstr>03) Assigning Duties:-</vt:lpstr>
      <vt:lpstr>Co-Ordinating Activities:-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APL-888</dc:creator>
  <cp:lastModifiedBy>APL-888</cp:lastModifiedBy>
  <cp:revision>7</cp:revision>
  <dcterms:created xsi:type="dcterms:W3CDTF">2026-08-06T08:44:11Z</dcterms:created>
  <dcterms:modified xsi:type="dcterms:W3CDTF">2026-08-08T05:24:45Z</dcterms:modified>
</cp:coreProperties>
</file>